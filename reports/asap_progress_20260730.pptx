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6F8B"/>
                </a:solidFill>
              </a:rPr>
              <a:t>PROGRESS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D24"/>
                </a:solidFill>
              </a:rPr>
              <a:t>Real-world data collection for ASAP on the Unitree G1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B6372"/>
                </a:solidFill>
              </a:rPr>
              <a:t>Capture pipeline built, first clean dataset collected, calibrated and validated.
Eric Xie  ·  30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D24"/>
                </a:solidFill>
              </a:rPr>
              <a:t>Why we need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ASAP closes the sim-to-real gap by learning a delta-action model from REAL rollouts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Training that model needs, at every control step: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joint state and the action the policy actually commanded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the floating base (pelvis) pose — which the robot cannot measure itself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The onboard IMU gives orientation but NOT position, so an external reference is required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Chosen source: Vicon motion capture of a 4-marker cluster on the pelvis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B6372"/>
                </a:solidFill>
              </a:rPr>
              <a:t>The hard part is not measuring either stream — it is putting them on one trustworthy timeline.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6F8B"/>
                </a:solidFill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1D24"/>
                </a:solidFill>
              </a:rPr>
              <a:t>What was built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D24"/>
                </a:solidFill>
              </a:rPr>
              <a:t>Capture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Vicon Nexus streams LABELLED pelvis markers over OSC at 100 Hz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The robot's Jetson receives them and timestamps on arrival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B7F53"/>
                </a:solidFill>
              </a:rPr>
              <a:t>• rl_sar records state + action at each policy step (~50 Hz) on the SAME machine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Pelvis pose computed from the markers by a least-squares Umeyama/Kabsch rigid fit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Streams merged offline by timestamp; pose interpolated to each step's exact instant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B6372"/>
                </a:solidFill>
              </a:rPr>
              <a:t>Tooling: scripts/vicon/ — osc_listener.py, merge_rollout_vicon.py, clean_dataset.py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D24"/>
                </a:solidFill>
              </a:rPr>
              <a:t>The key design decision: one clock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B7F53"/>
                </a:solidFill>
              </a:rPr>
              <a:t>• Both streams are timestamped by the same machine, so only ONE clock exists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This removes an entire class of problem: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no NTP / PTP clock synchronisation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no clock-offset or drift estimation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no sync event (clap, stomp, shove) to cross-correlate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Alignment is plain timestamp matching — pose interpolated to the step's own instant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Unlike a latest-value buffer, dropouts stay visible rather than being silently filled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with a stale pose, so occluded spans can be excluded instead of trusted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6F8B"/>
                </a:solidFill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1D24"/>
                </a:solidFill>
              </a:rPr>
              <a:t>Problems found and fixed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D24"/>
                </a:solidFill>
              </a:rPr>
              <a:t>1 — Right ankle wind-up destroyed early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A63D40"/>
                </a:solidFill>
              </a:rPr>
              <a:t>• Symptom: robot cut power mid-dab, repeatedly (firmware overload protection)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Traced in the logs to R_ankle_roll being commanded to ~100° against a ~15° joint limit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Root cause: ankle_roll is an under-constrained action dimension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planted feet mean it barely affects the tracking reward, so training let it drift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simulation hides it — joint limits, contact and the force cap absorb the command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the reference motion asks for 0° ankle roll on both feet, for all 179 frames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B7F53"/>
                </a:solidFill>
              </a:rPr>
              <a:t>• Fixed by a targeted fine-tune penalising commanded targets outside joint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B6372"/>
                </a:solidFill>
              </a:rPr>
              <a:t>A deployment-side action clamp kept collection going until the fine-tune landed.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D24"/>
                </a:solidFill>
              </a:rPr>
              <a:t>1 — Result of the ankle fine-tune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73736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B6372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6372"/>
                          </a:solidFill>
                        </a:rPr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6372"/>
                          </a:solidFill>
                        </a:rPr>
                        <a:t>After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D24"/>
                          </a:solidFill>
                        </a:rPr>
                        <a:t>R_ankle_roll commanded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63D40"/>
                          </a:solidFill>
                        </a:rPr>
                        <a:t>~100°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7F53"/>
                          </a:solidFill>
                        </a:rPr>
                        <a:t>1.7–2.9°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D24"/>
                          </a:solidFill>
                        </a:rPr>
                        <a:t>R_ankle_roll torque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63D40"/>
                          </a:solidFill>
                        </a:rPr>
                        <a:t>~30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7F53"/>
                          </a:solidFill>
                        </a:rPr>
                        <a:t>0.6–3.5 Nm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D24"/>
                          </a:solidFill>
                        </a:rPr>
                        <a:t>Power cuts per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63D40"/>
                          </a:solidFill>
                        </a:rPr>
                        <a:t>every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7F53"/>
                          </a:solidFill>
                        </a:rPr>
                        <a:t>none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D24"/>
                          </a:solidFill>
                        </a:rPr>
                        <a:t>Consecutive dab reps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63D40"/>
                          </a:solidFill>
                        </a:rPr>
                        <a:t>0–2, then dead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7F53"/>
                          </a:solidFill>
                        </a:rPr>
                        <a:t>30+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069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B6372"/>
                </a:solidFill>
              </a:rPr>
              <a:t>Diagnosed from the captured logs and handed to the training side, which produced the fix.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D24"/>
                </a:solidFill>
              </a:rPr>
              <a:t>2 — Motion capture kept mislabelling the markers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A63D40"/>
                </a:solidFill>
              </a:rPr>
              <a:t>• Symptom: the pelvis rigid body flipped ~180°, corrupting orientation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The G1's silver shell throws IR reflections, spawning phantom markers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The arm occludes pelvis markers during the dab, leaving the solve under-constrained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Left/right markers sit only ~75 mm apart (vs ~170 mm front/back) — easy to confuse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B7F53"/>
                </a:solidFill>
              </a:rPr>
              <a:t>• Fixed by moving to Nexus and redefining the subject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Nexus streams LABELLED markers, so identity is fixed and cannot be swapped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axes defined from the robot's perspective: origin right-back, X forward, Y 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B6372"/>
                </a:solidFill>
              </a:rPr>
              <a:t>An automatic geometry-based repair was tried first and failed — a 180°-rotated labelling fits a near-symmetric cluster equally well.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D24"/>
                </a:solidFill>
              </a:rPr>
              <a:t>3 — Robot kept losing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A63D40"/>
                </a:solidFill>
              </a:rPr>
              <a:t>• Symptom: rt/lowstate stopped intermittently; robot needed repeated power cycles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Network and DDS discovery both looked healthy, which made it hard to see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Root cause: a second IP subnet had been added to the robot's network interface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the Jetson then advertised TWO DDS locators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the robot intermittently sent data to the unreachable one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B7F53"/>
                </a:solidFill>
              </a:rPr>
              <a:t>• Fixed by keeping one address on the interface and giving the Vicon PC an address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on the robot subnet via a DHCP reservation — 6/6 stability windows afterwards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6F8B"/>
                </a:solidFill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1D24"/>
                </a:solidFill>
              </a:rPr>
              <a:t>Result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D24"/>
                </a:solidFill>
              </a:rPr>
              <a:t>Dataset quality — before vs after the fixes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7373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B6372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6372"/>
                          </a:solidFill>
                        </a:rPr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6372"/>
                          </a:solidFill>
                        </a:rPr>
                        <a:t>After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D24"/>
                          </a:solidFill>
                        </a:rPr>
                        <a:t>Orientation flips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63D40"/>
                          </a:solidFill>
                        </a:rPr>
                        <a:t>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7F53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D24"/>
                          </a:solidFill>
                        </a:rPr>
                        <a:t>Mislabelled 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63D40"/>
                          </a:solidFill>
                        </a:rPr>
                        <a:t>17.8%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7F53"/>
                          </a:solidFill>
                        </a:rPr>
                        <a:t>0.00%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D24"/>
                          </a:solidFill>
                        </a:rPr>
                        <a:t>Markers tracked per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63D40"/>
                          </a:solidFill>
                        </a:rPr>
                        <a:t>dropouts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7F53"/>
                          </a:solidFill>
                        </a:rPr>
                        <a:t>4 / 4 always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D24"/>
                          </a:solidFill>
                        </a:rPr>
                        <a:t>Rigid-body fit residual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63D40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7F53"/>
                          </a:solidFill>
                        </a:rPr>
                        <a:t>0.40 mm median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D24"/>
                          </a:solidFill>
                        </a:rPr>
                        <a:t>Vicon coverage of policy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63D40"/>
                          </a:solidFill>
                        </a:rP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7F53"/>
                          </a:solidFill>
                        </a:rP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526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B6372"/>
                </a:solidFill>
              </a:rPr>
              <a:t>Same cameras, same robot — the difference is the subject definition and the network fix.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D24"/>
                </a:solidFill>
              </a:rPr>
              <a:t>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B7F53"/>
                </a:solidFill>
              </a:rPr>
              <a:t>• 69 complete dab repetitions — 20,556 transitions, 411 s of dab motion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Every step carries: action, joint position / velocity / torque, IMU, and pelvis pose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100% mocap coverage — no step is missing a base pose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Nothing dropped: none too short, none after a power cut, no coverage gaps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Published as a release asset with a dataset card describing schema, quality and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B6372"/>
                </a:solidFill>
              </a:rPr>
              <a:t>github.com/EricXieQ/rl_sar_g1_deployment — release capture-20260730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D24"/>
                </a:solidFill>
              </a:rPr>
              <a:t>Calibration to the robot's own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The Vicon marker frame and the URDF pelvis frame differ by a fixed rotation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Solved by least squares against the IMU, which is in the URDF frame by definition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B7F53"/>
                </a:solidFill>
              </a:rPr>
              <a:t>• Result: roll +4.51°, pitch +5.99°, yaw −3.71°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Applying it brings Vicon and IMU orientation into agreement: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8.23° median disagreement → 2.63°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The small offset confirms the marker axes are correctly oriented; it also matches an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independent hand measurement taken days earlier — a genuine constant, not noise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6F8B"/>
                </a:solidFill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1D24"/>
                </a:solidFill>
              </a:rPr>
              <a:t>Validation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D24"/>
                </a:solidFill>
              </a:rPr>
              <a:t>How we know the data is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B7F53"/>
                </a:solidFill>
              </a:rPr>
              <a:t>• Vicon and the onboard IMU measure the same motion through completely separate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physical paths — neither can influence the other, so agreement is real evidence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Angular velocity: Vicon-derived vs IMU gyroscope → correlation 0.92 (pitch), 0.94 (yaw)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Gravity, measured two independent ways: +9.727 vs +9.719 m/s² — agree to 0.08%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B7F53"/>
                </a:solidFill>
              </a:rPr>
              <a:t>• Time alignment: cross-correlation peaks at exactly 0 ms — no residual offset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Repeatability: 69 reps of the same motion overlay to 1.4 mm median spread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B6372"/>
                </a:solidFill>
              </a:rPr>
              <a:t>Reproduce with reports/validate.py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D24"/>
                </a:solidFill>
              </a:rPr>
              <a:t>Validation — independent sensor agreement</a:t>
            </a:r>
          </a:p>
        </p:txBody>
      </p:sp>
      <p:pic>
        <p:nvPicPr>
          <p:cNvPr id="3" name="Picture 2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25880"/>
            <a:ext cx="10149840" cy="57999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B6372"/>
                </a:solidFill>
              </a:rPr>
              <a:t>Top: Vicon-derived angular velocity tracks the IMU gyroscope through fast transients. Bottom left: all 69 reps overlaid. Bottom right: time alignment peaks at zero lag.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D24"/>
                </a:solidFill>
              </a:rPr>
              <a:t>What this validation does NOT prove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Dynamic linear acceleration could not be validated directly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differentiating position twice at 50 Hz amplifies noise enormously —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0.4 mm of position noise becomes ~1 m/s² of spurious acceleration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so that comparison is noise-dominated (raw correlation 0.11–0.24)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Position is therefore validated indirectly — via gravity and via repeatability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The roll axis correlates less well (0.60) simply because the pelvis barely rolls in a dab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little signal to correlate, not a defect in the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B6372"/>
                </a:solidFill>
              </a:rPr>
              <a:t>Stated explicitly so the delta-model results are read with the right error bars.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6F8B"/>
                </a:solidFill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1D24"/>
                </a:solidFill>
              </a:rPr>
              <a:t>Next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D24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Fit the delta-action model on the 69 repetitions and evaluate the corrected simulator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Fine-tune the policy in the corrected sim and re-deploy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Collect a second session with deliberate variety rather than more identical reps: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different positions and headings in the capture volume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a few repetitions at reduced action scale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small perturbations, so the model sees off-nominal states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Open question for the training side: should the reference dab end heading-neutral?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the robot yaws slightly per repetition — worth a symmetry or yaw-drift term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D24"/>
                </a:solidFill>
              </a:rPr>
              <a:t>Known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Vicon orientation needs the calibration applied; the IMU is already in the URDF frame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IMU yaw drifts slowly over a long session — roll and pitch are gravity-referenced and do not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Base velocities are finite-differenced from interpolated pose, so noisier than position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All 69 repetitions are the same motion from broadly the same place — coverage, not count,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1A1D24"/>
                </a:solidFill>
              </a:rPr>
              <a:t>– is what the next session should add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D24"/>
                </a:solidFill>
              </a:rPr>
              <a:t>• Only 9 of 20 mocap cameras are currently working, limiting the usable capture volume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